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457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Доступный город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C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— Отчёт по ролям и технологическому стеку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2743200" cy="3657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377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Москва, ЦАО 2026  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indent="0" marL="0">
              <a:buNone/>
            </a:pPr>
            <a:r>
              <a:rPr lang="en-US" sz="1600" b="1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Статус: </a:t>
            </a:r>
            <a:pPr indent="0" marL="0">
              <a:buNone/>
            </a:pPr>
            <a:r>
              <a:rPr lang="en-US" sz="1600" dirty="0">
                <a:solidFill>
                  <a:srgbClr val="2EC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в разработке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2011680" cy="155448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3017520"/>
            <a:ext cx="2011680" cy="64008"/>
          </a:xfrm>
          <a:prstGeom prst="rect">
            <a:avLst/>
          </a:prstGeom>
          <a:solidFill>
            <a:srgbClr val="2D7C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 Разработчик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Прокофьев Роман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3017520"/>
            <a:ext cx="2011680" cy="155448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3017520"/>
            <a:ext cx="2011680" cy="64008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Дизайнер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Ветчинин Никита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2011680" cy="155448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201168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Аналитик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Пестов Ярослав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3017520"/>
            <a:ext cx="2011680" cy="155448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3017520"/>
            <a:ext cx="201168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📣 Тимлид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Герасименко Александр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71C26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github.com/YOUR_ORG/dostupny-gorod  ·  React · FastAPI · PostgreSQL/PostGIS · Docker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C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Технологический стек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0" y="137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карта технологий MVP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2103120" cy="3931920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14400"/>
            <a:ext cx="2103120" cy="457200"/>
          </a:xfrm>
          <a:prstGeom prst="rect">
            <a:avLst/>
          </a:prstGeom>
          <a:solidFill>
            <a:srgbClr val="2D7CF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875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" y="1481328"/>
            <a:ext cx="1920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React 18 + TypeScript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Vite (сборка)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Leaflet.js — карта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Leaflet Routing Machine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Zustand (состояние)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Tailwind CSS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2103120" cy="3931920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914400"/>
            <a:ext cx="2103120" cy="457200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9875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78608" y="1481328"/>
            <a:ext cx="1920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Python 3.12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FastAPI 0.115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SQLAlchemy 2.0 async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GeoAlchemy2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Alembic (миграции)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python-jose (JWT)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2103120" cy="3931920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14400"/>
            <a:ext cx="21031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9875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данных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64608" y="1481328"/>
            <a:ext cx="1920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PostgreSQL 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PostGIS 3.4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GIST-индексы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Redis 7 (кеш)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Celery 5.4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Celery Beat (OSM sync)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914400"/>
            <a:ext cx="2103120" cy="3931920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0" y="914400"/>
            <a:ext cx="2103120" cy="45720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9875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Геоданные / Инфра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50608" y="1481328"/>
            <a:ext cx="1920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OpenStreetMap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Overpass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OSRM foot routing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Nominatim (геокодинг)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Docker Compose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GitHub Actions CI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0" y="2880360"/>
            <a:ext cx="1828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0" y="2880360"/>
            <a:ext cx="1828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858000" y="2880360"/>
            <a:ext cx="1828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dash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2D7CF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👨‍💻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Прокофьев Роман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  ·  @Bug6763  ·  Ветки: feature/*, fix/*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228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· Frontend · DevOps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1188720"/>
            <a:ext cx="4114800" cy="1737360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188720"/>
            <a:ext cx="54864" cy="1737360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(FastAPI)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162763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0.115 + Uvicorn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2.0 async + asyncpg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GeoAlchemy2 — геопространственные запросы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 — миграции PostGIS таблиц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python-jose (JWT) + bcrypt (пароли)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3063240"/>
            <a:ext cx="4114800" cy="1691640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3063240"/>
            <a:ext cx="54864" cy="1691640"/>
          </a:xfrm>
          <a:prstGeom prst="rect">
            <a:avLst/>
          </a:prstGeom>
          <a:solidFill>
            <a:srgbClr val="2D7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(React)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" y="34747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 + Vite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Leaflet.js — карта OpenStreetMap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Routing Machine (OSRM foot)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— глобальное состояние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+ Web Speech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4297680" cy="3657600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88720"/>
            <a:ext cx="54864" cy="3657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Реализованные эндпоинты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1664208"/>
            <a:ext cx="594360" cy="201168"/>
          </a:xfrm>
          <a:prstGeom prst="rect">
            <a:avLst/>
          </a:prstGeom>
          <a:solidFill>
            <a:srgbClr val="2EC67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16642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67528" y="16824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/v1/auth/register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929384"/>
            <a:ext cx="594360" cy="201168"/>
          </a:xfrm>
          <a:prstGeom prst="rect">
            <a:avLst/>
          </a:prstGeom>
          <a:solidFill>
            <a:srgbClr val="2EC67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19293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67528" y="194767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/v1/auth/login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194560"/>
            <a:ext cx="594360" cy="201168"/>
          </a:xfrm>
          <a:prstGeom prst="rect">
            <a:avLst/>
          </a:prstGeom>
          <a:solidFill>
            <a:srgbClr val="2D7CF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21945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67528" y="22128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/v1/auth/me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459736"/>
            <a:ext cx="594360" cy="201168"/>
          </a:xfrm>
          <a:prstGeom prst="rect">
            <a:avLst/>
          </a:prstGeom>
          <a:solidFill>
            <a:srgbClr val="F5C84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4597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67528" y="247802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/v1/routes/build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724912"/>
            <a:ext cx="594360" cy="201168"/>
          </a:xfrm>
          <a:prstGeom prst="rect">
            <a:avLst/>
          </a:prstGeom>
          <a:solidFill>
            <a:srgbClr val="2D7CF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272491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67528" y="27432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/v1/routes/history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990088"/>
            <a:ext cx="594360" cy="201168"/>
          </a:xfrm>
          <a:prstGeom prst="rect">
            <a:avLst/>
          </a:prstGeom>
          <a:solidFill>
            <a:srgbClr val="2D7CF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29900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67528" y="300837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/v1/marks?bbox=...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3255264"/>
            <a:ext cx="594360" cy="201168"/>
          </a:xfrm>
          <a:prstGeom prst="rect">
            <a:avLst/>
          </a:prstGeom>
          <a:solidFill>
            <a:srgbClr val="2EC67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09160" y="32552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67528" y="32735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/v1/marks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520440"/>
            <a:ext cx="594360" cy="201168"/>
          </a:xfrm>
          <a:prstGeom prst="rect">
            <a:avLst/>
          </a:prstGeom>
          <a:solidFill>
            <a:srgbClr val="2EC67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09160" y="35204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67528" y="35387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/v1/marks/{id}/vote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3785616"/>
            <a:ext cx="594360" cy="201168"/>
          </a:xfrm>
          <a:prstGeom prst="rect">
            <a:avLst/>
          </a:prstGeom>
          <a:solidFill>
            <a:srgbClr val="2D7CF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709160" y="37856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67528" y="38039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/v1/osm/barriers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4050792"/>
            <a:ext cx="594360" cy="201168"/>
          </a:xfrm>
          <a:prstGeom prst="rect">
            <a:avLst/>
          </a:prstGeom>
          <a:solidFill>
            <a:srgbClr val="2D7CF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09160" y="40507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67528" y="40690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/v1/geo/search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71C26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Ветка: feature/XXX → PR в develop → CI зелёный → Merge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Ветчинин Никита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D6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Дизайнер  ·  Ветки: design/*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228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· Assets · Brand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1188720"/>
            <a:ext cx="4114800" cy="2011680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188720"/>
            <a:ext cx="54864" cy="2011680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16459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— дизайн всех экранов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Dev Mode — handoff для Романа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 — иконки маркеров (18 типов)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2x — экспорт для репозитория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docs/design/ — хранение ассетов в Git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3337560"/>
            <a:ext cx="4114800" cy="1508760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3337560"/>
            <a:ext cx="54864" cy="1508760"/>
          </a:xfrm>
          <a:prstGeom prst="rect">
            <a:avLst/>
          </a:prstGeom>
          <a:solidFill>
            <a:srgbClr val="2D7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Дизайн-система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" y="37490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Цвета: #2EC67A · #F04E37 · #2D7CF6 · #F5C842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Шрифты: Golos Text + Unbounded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Сетка: 8px базовая, отступы 16/24/32px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Темы: тёмная (основная) + светлая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4297680" cy="3657600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88720"/>
            <a:ext cx="54864" cy="365760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Артефакты (deliverables)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1737360"/>
            <a:ext cx="3931920" cy="41148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737360"/>
            <a:ext cx="457200" cy="4114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783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30368" y="17739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Дизайн-система в Figma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0" y="1810512"/>
            <a:ext cx="868680" cy="256032"/>
          </a:xfrm>
          <a:prstGeom prst="rect">
            <a:avLst/>
          </a:prstGeom>
          <a:solidFill>
            <a:srgbClr val="F5C84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89520" y="18105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работе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09160" y="2221992"/>
            <a:ext cx="3931920" cy="41148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221992"/>
            <a:ext cx="457200" cy="4114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2267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30368" y="2258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экрана × 2 темы (8 PNG)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89520" y="2295144"/>
            <a:ext cx="868680" cy="256032"/>
          </a:xfrm>
          <a:prstGeom prst="rect">
            <a:avLst/>
          </a:prstGeom>
          <a:solidFill>
            <a:srgbClr val="F5C84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89520" y="229514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работе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2706624"/>
            <a:ext cx="3931920" cy="41148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706624"/>
            <a:ext cx="457200" cy="4114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27523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30368" y="2743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SVG-иконок маркеров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89520" y="2779776"/>
            <a:ext cx="868680" cy="256032"/>
          </a:xfrm>
          <a:prstGeom prst="rect">
            <a:avLst/>
          </a:prstGeom>
          <a:solidFill>
            <a:srgbClr val="4A556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89520" y="277977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Бэклог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3191256"/>
            <a:ext cx="3931920" cy="41148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191256"/>
            <a:ext cx="457200" cy="4114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32369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30368" y="32278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Handoff-спецификация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589520" y="3264408"/>
            <a:ext cx="868680" cy="256032"/>
          </a:xfrm>
          <a:prstGeom prst="rect">
            <a:avLst/>
          </a:prstGeom>
          <a:solidFill>
            <a:srgbClr val="4A556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589520" y="32644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Бэклог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09160" y="3675888"/>
            <a:ext cx="3931920" cy="41148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3675888"/>
            <a:ext cx="457200" cy="4114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45" name="Text 43"/>
          <p:cNvSpPr/>
          <p:nvPr/>
        </p:nvSpPr>
        <p:spPr>
          <a:xfrm>
            <a:off x="4709160" y="37216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30368" y="37124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Модальные окна и попапы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589520" y="3749040"/>
            <a:ext cx="868680" cy="256032"/>
          </a:xfrm>
          <a:prstGeom prst="rect">
            <a:avLst/>
          </a:prstGeom>
          <a:solidFill>
            <a:srgbClr val="4A556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589520" y="37490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Бэклог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09160" y="4160520"/>
            <a:ext cx="3931920" cy="41148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4160520"/>
            <a:ext cx="457200" cy="4114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51" name="Text 49"/>
          <p:cNvSpPr/>
          <p:nvPr/>
        </p:nvSpPr>
        <p:spPr>
          <a:xfrm>
            <a:off x="4709160" y="4206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230368" y="41970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Логотип + Favicon + Бренд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589520" y="4233672"/>
            <a:ext cx="868680" cy="256032"/>
          </a:xfrm>
          <a:prstGeom prst="rect">
            <a:avLst/>
          </a:prstGeom>
          <a:solidFill>
            <a:srgbClr val="4A556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589520" y="42336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Бэклог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71C26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Ветка: design/XXX → PR с PNG-скриншотами → Александр аппрувит → Merge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A3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91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Пестов Ярослав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Бизнес-аналитик  ·  @YouRop03  ·  Ветки: docs/*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228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· Issues · Docs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1188720"/>
            <a:ext cx="4114800" cy="1691640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188720"/>
            <a:ext cx="54864" cy="16916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1645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Issues — постановка задач команде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Milestones — управление спринтами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(.md) — документация в репо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— критерии готовности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 — требования в виде историй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3017520"/>
            <a:ext cx="4114800" cy="1920240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3017520"/>
            <a:ext cx="54864" cy="1920240"/>
          </a:xfrm>
          <a:prstGeom prst="rect">
            <a:avLst/>
          </a:prstGeom>
          <a:solidFill>
            <a:srgbClr val="2D7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Зоны ответственности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" y="349300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GitHub Issues для всей команды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 + Acceptance Criteria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Ретроспектива каждого спринта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API-документация для B2G клиентов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 пилотного тестирования ЦАО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по пилоту для муниципалитета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4297680" cy="3657600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88720"/>
            <a:ext cx="54864" cy="3657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документации в репо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1691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8928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20939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sprint1-user-stories.md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22951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sprint2-user-stories.md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4963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retro/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26974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sprint1.md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28986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sprint2.md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0998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pilot/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33009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test-scenario.md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35021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report.md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703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api-for-clients.md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9044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presentations/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41056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b2g-pitch.pptx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71C26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Ветка: docs/XXX → PR в develop → Команда аппрувит → Merge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📣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91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Герасименко Александр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548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E9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Тимлид / Маркетолог  ·  @Markelo7713  ·  GitHub Admin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228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· B2G · PM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1188720"/>
            <a:ext cx="4114800" cy="1920240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188720"/>
            <a:ext cx="54864" cy="1920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Admin-задачи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166420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Projects — Kanban-доска (4 колонки)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× 6 — дедлайны спринтов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× 7 — цветная разметка задач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protection — main и develop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× 7 — автоматизация PR→Done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 — не висеть &gt; 3 дней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3246120"/>
            <a:ext cx="4114800" cy="1554480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3246120"/>
            <a:ext cx="54864" cy="1554480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B2G Маркетинг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" y="3703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B2G презентация для муниципалитета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Переговоры: муниципалитеты Москвы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млн ₽/год — подписка на аналитику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v1.0 + CHANGELOG + GitHub Tag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4297680" cy="3657600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88720"/>
            <a:ext cx="54864" cy="365760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 спринтов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1719072"/>
            <a:ext cx="457200" cy="384048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7190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30368" y="17282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Фундамент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0368" y="1920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БД · Auth · GitHub настройка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221992"/>
            <a:ext cx="457200" cy="384048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221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30368" y="22311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маршрутов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0368" y="24231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OSRM · Overpass · Отметки · Экраны дизайн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724912"/>
            <a:ext cx="457200" cy="38404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7249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30368" y="27340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фронт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0368" y="29260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· Маршруты · Маркеры · Celery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3227832"/>
            <a:ext cx="457200" cy="38404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2278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0368" y="32369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Полировка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0368" y="3429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 CI · Модалки · Логотип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730752"/>
            <a:ext cx="457200" cy="384048"/>
          </a:xfrm>
          <a:prstGeom prst="rect">
            <a:avLst/>
          </a:prstGeom>
          <a:solidFill>
            <a:srgbClr val="F04E37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37307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30368" y="3739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Деплой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30368" y="3931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· HTTPS · Prod окружение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4233672"/>
            <a:ext cx="457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4233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2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30368" y="42428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ЦАО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30368" y="44348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· Отчёт · B2G pitch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71C26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Тимлид отвечает за синхронизацию: каждый понедельник 15-минутный чекин команды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C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2D7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системы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0" y="182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· 7 сервисов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868680"/>
            <a:ext cx="1828800" cy="73152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0" y="868680"/>
            <a:ext cx="1828800" cy="457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8" name="Text 6"/>
          <p:cNvSpPr/>
          <p:nvPr/>
        </p:nvSpPr>
        <p:spPr>
          <a:xfrm>
            <a:off x="3730752" y="96012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30752" y="127101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/ Мобильный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1874520"/>
            <a:ext cx="1828800" cy="68580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1874520"/>
            <a:ext cx="1828800" cy="45720"/>
          </a:xfrm>
          <a:prstGeom prst="rect">
            <a:avLst/>
          </a:prstGeom>
          <a:solidFill>
            <a:srgbClr val="7A8499"/>
          </a:solidFill>
          <a:ln/>
        </p:spPr>
      </p:sp>
      <p:sp>
        <p:nvSpPr>
          <p:cNvPr id="12" name="Text 10"/>
          <p:cNvSpPr/>
          <p:nvPr/>
        </p:nvSpPr>
        <p:spPr>
          <a:xfrm>
            <a:off x="3730752" y="1965960"/>
            <a:ext cx="168249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30752" y="225171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proxy + HTTPS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834640"/>
            <a:ext cx="2011680" cy="73152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2834640"/>
            <a:ext cx="2011680" cy="45720"/>
          </a:xfrm>
          <a:prstGeom prst="rect">
            <a:avLst/>
          </a:prstGeom>
          <a:solidFill>
            <a:srgbClr val="2D7CF6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292608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3236976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· TypeScript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2834640"/>
            <a:ext cx="2011680" cy="73152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2834640"/>
            <a:ext cx="2011680" cy="45720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20" name="Text 18"/>
          <p:cNvSpPr/>
          <p:nvPr/>
        </p:nvSpPr>
        <p:spPr>
          <a:xfrm>
            <a:off x="3547872" y="292608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47872" y="3236976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280160" y="3840480"/>
            <a:ext cx="1645920" cy="82296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280160" y="3840480"/>
            <a:ext cx="16459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1353312" y="3931920"/>
            <a:ext cx="14996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PostGIS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53312" y="429310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:5432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08960" y="3840480"/>
            <a:ext cx="1371600" cy="82296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08960" y="3840480"/>
            <a:ext cx="1371600" cy="45720"/>
          </a:xfrm>
          <a:prstGeom prst="rect">
            <a:avLst/>
          </a:prstGeom>
          <a:solidFill>
            <a:srgbClr val="F04E37"/>
          </a:solidFill>
          <a:ln/>
        </p:spPr>
      </p:sp>
      <p:sp>
        <p:nvSpPr>
          <p:cNvPr id="28" name="Text 26"/>
          <p:cNvSpPr/>
          <p:nvPr/>
        </p:nvSpPr>
        <p:spPr>
          <a:xfrm>
            <a:off x="3182112" y="3931920"/>
            <a:ext cx="122529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82112" y="42931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:6379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840480"/>
            <a:ext cx="1645920" cy="82296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840480"/>
            <a:ext cx="1645920" cy="457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2" name="Text 30"/>
          <p:cNvSpPr/>
          <p:nvPr/>
        </p:nvSpPr>
        <p:spPr>
          <a:xfrm>
            <a:off x="4736592" y="3931920"/>
            <a:ext cx="14996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Worker+Beat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36592" y="429310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sync 6h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83680" y="2011680"/>
            <a:ext cx="2286000" cy="64008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83680" y="2011680"/>
            <a:ext cx="2286000" cy="457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6" name="Text 34"/>
          <p:cNvSpPr/>
          <p:nvPr/>
        </p:nvSpPr>
        <p:spPr>
          <a:xfrm>
            <a:off x="6656832" y="2103120"/>
            <a:ext cx="21396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OSRM foot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56832" y="236372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Пешеходный роутинг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83680" y="2834640"/>
            <a:ext cx="2286000" cy="64008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583680" y="2834640"/>
            <a:ext cx="2286000" cy="457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40" name="Text 38"/>
          <p:cNvSpPr/>
          <p:nvPr/>
        </p:nvSpPr>
        <p:spPr>
          <a:xfrm>
            <a:off x="6656832" y="2926080"/>
            <a:ext cx="21396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Overpass API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56832" y="318668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Барьеры OSM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83680" y="3657600"/>
            <a:ext cx="2286000" cy="64008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583680" y="3657600"/>
            <a:ext cx="2286000" cy="4572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44" name="Text 42"/>
          <p:cNvSpPr/>
          <p:nvPr/>
        </p:nvSpPr>
        <p:spPr>
          <a:xfrm>
            <a:off x="6656832" y="3749040"/>
            <a:ext cx="21396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Nominatim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56832" y="400964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Геокодирование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1234440"/>
            <a:ext cx="0" cy="640080"/>
          </a:xfrm>
          <a:prstGeom prst="line">
            <a:avLst/>
          </a:prstGeom>
          <a:noFill/>
          <a:ln w="12700">
            <a:solidFill>
              <a:srgbClr val="4A5568"/>
            </a:solidFill>
            <a:prstDash val="sysDash"/>
          </a:ln>
        </p:spPr>
      </p:sp>
      <p:sp>
        <p:nvSpPr>
          <p:cNvPr id="47" name="Shape 45"/>
          <p:cNvSpPr/>
          <p:nvPr/>
        </p:nvSpPr>
        <p:spPr>
          <a:xfrm>
            <a:off x="4114800" y="2560320"/>
            <a:ext cx="-2011680" cy="274320"/>
          </a:xfrm>
          <a:prstGeom prst="line">
            <a:avLst/>
          </a:prstGeom>
          <a:noFill/>
          <a:ln w="12700">
            <a:solidFill>
              <a:srgbClr val="4A5568"/>
            </a:solidFill>
            <a:prstDash val="sysDash"/>
          </a:ln>
        </p:spPr>
      </p:sp>
      <p:sp>
        <p:nvSpPr>
          <p:cNvPr id="48" name="Shape 46"/>
          <p:cNvSpPr/>
          <p:nvPr/>
        </p:nvSpPr>
        <p:spPr>
          <a:xfrm>
            <a:off x="5029200" y="2560320"/>
            <a:ext cx="-548640" cy="274320"/>
          </a:xfrm>
          <a:prstGeom prst="line">
            <a:avLst/>
          </a:prstGeom>
          <a:noFill/>
          <a:ln w="12700">
            <a:solidFill>
              <a:srgbClr val="4A5568"/>
            </a:solidFill>
            <a:prstDash val="sysDash"/>
          </a:ln>
        </p:spPr>
      </p:sp>
      <p:sp>
        <p:nvSpPr>
          <p:cNvPr id="49" name="Shape 47"/>
          <p:cNvSpPr/>
          <p:nvPr/>
        </p:nvSpPr>
        <p:spPr>
          <a:xfrm>
            <a:off x="4480560" y="3566160"/>
            <a:ext cx="-1371600" cy="274320"/>
          </a:xfrm>
          <a:prstGeom prst="line">
            <a:avLst/>
          </a:prstGeom>
          <a:noFill/>
          <a:ln w="12700">
            <a:solidFill>
              <a:srgbClr val="4A5568"/>
            </a:solidFill>
            <a:prstDash val="sysDash"/>
          </a:ln>
        </p:spPr>
      </p:sp>
      <p:sp>
        <p:nvSpPr>
          <p:cNvPr id="50" name="Shape 48"/>
          <p:cNvSpPr/>
          <p:nvPr/>
        </p:nvSpPr>
        <p:spPr>
          <a:xfrm>
            <a:off x="4480560" y="3566160"/>
            <a:ext cx="-640080" cy="274320"/>
          </a:xfrm>
          <a:prstGeom prst="line">
            <a:avLst/>
          </a:prstGeom>
          <a:noFill/>
          <a:ln w="12700">
            <a:solidFill>
              <a:srgbClr val="4A5568"/>
            </a:solidFill>
            <a:prstDash val="sysDash"/>
          </a:ln>
        </p:spPr>
      </p:sp>
      <p:sp>
        <p:nvSpPr>
          <p:cNvPr id="51" name="Shape 49"/>
          <p:cNvSpPr/>
          <p:nvPr/>
        </p:nvSpPr>
        <p:spPr>
          <a:xfrm>
            <a:off x="4937760" y="3566160"/>
            <a:ext cx="274320" cy="274320"/>
          </a:xfrm>
          <a:prstGeom prst="line">
            <a:avLst/>
          </a:prstGeom>
          <a:noFill/>
          <a:ln w="12700">
            <a:solidFill>
              <a:srgbClr val="4A5568"/>
            </a:solidFill>
            <a:prstDash val="sysDash"/>
          </a:ln>
        </p:spPr>
      </p:sp>
      <p:sp>
        <p:nvSpPr>
          <p:cNvPr id="52" name="Shape 50"/>
          <p:cNvSpPr/>
          <p:nvPr/>
        </p:nvSpPr>
        <p:spPr>
          <a:xfrm>
            <a:off x="5486400" y="3200400"/>
            <a:ext cx="1097280" cy="-45720"/>
          </a:xfrm>
          <a:prstGeom prst="line">
            <a:avLst/>
          </a:prstGeom>
          <a:noFill/>
          <a:ln w="12700">
            <a:solidFill>
              <a:srgbClr val="4A5568"/>
            </a:solidFill>
            <a:prstDash val="sys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71C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MVP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0" y="182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готово · Что в работе · Что дальше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4206240" cy="4114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86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Готово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1298448"/>
            <a:ext cx="4206240" cy="384048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298448"/>
            <a:ext cx="45720" cy="384048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" y="133502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MVP — карта, маршруты, профили, отметки, тёмная тема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719072"/>
            <a:ext cx="4206240" cy="384048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719072"/>
            <a:ext cx="45720" cy="384048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" y="175564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структура — FastAPI, модели, сервисы, Docker Compose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2139696"/>
            <a:ext cx="4206240" cy="384048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139696"/>
            <a:ext cx="45720" cy="384048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БД — users, routes, marks, osm_barriers + PostGIS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2560320"/>
            <a:ext cx="4206240" cy="384048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560320"/>
            <a:ext cx="45720" cy="384048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" y="259689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Сервисы — auth, route (OSRM+Overpass), marks, osm, geo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2980944"/>
            <a:ext cx="4206240" cy="384048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980944"/>
            <a:ext cx="45720" cy="384048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" y="301752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репозиторий, ветки, CI/CD, шаблоны Issues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3401568"/>
            <a:ext cx="4206240" cy="384048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3401568"/>
            <a:ext cx="45720" cy="384048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" y="343814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Техдокументация — ТЗ, архитектура, БД, 30 API эндпоинтов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3822192"/>
            <a:ext cx="4206240" cy="384048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" y="3822192"/>
            <a:ext cx="45720" cy="384048"/>
          </a:xfrm>
          <a:prstGeom prst="rect">
            <a:avLst/>
          </a:prstGeom>
          <a:solidFill>
            <a:srgbClr val="2EC67A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385876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задач по ролям, 26 GitHub Issues готовы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868680"/>
            <a:ext cx="4297680" cy="411480"/>
          </a:xfrm>
          <a:prstGeom prst="rect">
            <a:avLst/>
          </a:prstGeom>
          <a:solidFill>
            <a:srgbClr val="5C3A00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886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В работе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63440" y="1298448"/>
            <a:ext cx="4297680" cy="384048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298448"/>
            <a:ext cx="45720" cy="38404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3" name="Text 31"/>
          <p:cNvSpPr/>
          <p:nvPr/>
        </p:nvSpPr>
        <p:spPr>
          <a:xfrm>
            <a:off x="4782312" y="1335024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реализация — авторизация работает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1719072"/>
            <a:ext cx="4297680" cy="384048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1719072"/>
            <a:ext cx="45720" cy="38404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6" name="Text 34"/>
          <p:cNvSpPr/>
          <p:nvPr/>
        </p:nvSpPr>
        <p:spPr>
          <a:xfrm>
            <a:off x="4782312" y="1755648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 миграции — в процессе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139696"/>
            <a:ext cx="4297680" cy="384048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139696"/>
            <a:ext cx="45720" cy="38404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9" name="Text 37"/>
          <p:cNvSpPr/>
          <p:nvPr/>
        </p:nvSpPr>
        <p:spPr>
          <a:xfrm>
            <a:off x="4782312" y="217627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/routes/build + Overpass интеграция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2743200"/>
            <a:ext cx="4297680" cy="411480"/>
          </a:xfrm>
          <a:prstGeom prst="rect">
            <a:avLst/>
          </a:prstGeom>
          <a:solidFill>
            <a:srgbClr val="1A3C6B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2761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Следующее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663440" y="3172968"/>
            <a:ext cx="4297680" cy="338328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3172968"/>
            <a:ext cx="45720" cy="338328"/>
          </a:xfrm>
          <a:prstGeom prst="rect">
            <a:avLst/>
          </a:prstGeom>
          <a:solidFill>
            <a:srgbClr val="2D7CF6"/>
          </a:solidFill>
          <a:ln/>
        </p:spPr>
      </p:sp>
      <p:sp>
        <p:nvSpPr>
          <p:cNvPr id="44" name="Text 42"/>
          <p:cNvSpPr/>
          <p:nvPr/>
        </p:nvSpPr>
        <p:spPr>
          <a:xfrm>
            <a:off x="4782312" y="32004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фронтенд — карта + маршруты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3538728"/>
            <a:ext cx="4297680" cy="338328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3538728"/>
            <a:ext cx="45720" cy="338328"/>
          </a:xfrm>
          <a:prstGeom prst="rect">
            <a:avLst/>
          </a:prstGeom>
          <a:solidFill>
            <a:srgbClr val="2D7CF6"/>
          </a:solidFill>
          <a:ln/>
        </p:spPr>
      </p:sp>
      <p:sp>
        <p:nvSpPr>
          <p:cNvPr id="47" name="Text 45"/>
          <p:cNvSpPr/>
          <p:nvPr/>
        </p:nvSpPr>
        <p:spPr>
          <a:xfrm>
            <a:off x="4782312" y="35661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дизайн-система (Никита)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3904488"/>
            <a:ext cx="4297680" cy="338328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3904488"/>
            <a:ext cx="45720" cy="338328"/>
          </a:xfrm>
          <a:prstGeom prst="rect">
            <a:avLst/>
          </a:prstGeom>
          <a:solidFill>
            <a:srgbClr val="2D7CF6"/>
          </a:solidFill>
          <a:ln/>
        </p:spPr>
      </p:sp>
      <p:sp>
        <p:nvSpPr>
          <p:cNvPr id="50" name="Text 48"/>
          <p:cNvSpPr/>
          <p:nvPr/>
        </p:nvSpPr>
        <p:spPr>
          <a:xfrm>
            <a:off x="4782312" y="39319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Подключение фронта к API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63440" y="4270248"/>
            <a:ext cx="4297680" cy="338328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63440" y="4270248"/>
            <a:ext cx="45720" cy="338328"/>
          </a:xfrm>
          <a:prstGeom prst="rect">
            <a:avLst/>
          </a:prstGeom>
          <a:solidFill>
            <a:srgbClr val="2D7CF6"/>
          </a:solidFill>
          <a:ln/>
        </p:spPr>
      </p:sp>
      <p:sp>
        <p:nvSpPr>
          <p:cNvPr id="53" name="Text 51"/>
          <p:cNvSpPr/>
          <p:nvPr/>
        </p:nvSpPr>
        <p:spPr>
          <a:xfrm>
            <a:off x="4782312" y="4297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Деплой на VPS + HTTPS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4636008"/>
            <a:ext cx="4297680" cy="338328"/>
          </a:xfrm>
          <a:prstGeom prst="rect">
            <a:avLst/>
          </a:prstGeom>
          <a:solidFill>
            <a:srgbClr val="171C26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63440" y="4636008"/>
            <a:ext cx="45720" cy="338328"/>
          </a:xfrm>
          <a:prstGeom prst="rect">
            <a:avLst/>
          </a:prstGeom>
          <a:solidFill>
            <a:srgbClr val="2D7CF6"/>
          </a:solidFill>
          <a:ln/>
        </p:spPr>
      </p:sp>
      <p:sp>
        <p:nvSpPr>
          <p:cNvPr id="56" name="Text 54"/>
          <p:cNvSpPr/>
          <p:nvPr/>
        </p:nvSpPr>
        <p:spPr>
          <a:xfrm>
            <a:off x="4782312" y="4663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Пилотное тестирование ЦАО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58" name="Text 56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рабочий пилот в ЦАО Москвы  ·  6 спринтов  ·  2026 Q3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Доступный город — MVP Отчёт</dc:title>
  <dc:subject>PptxGenJS Presentation</dc:subject>
  <dc:creator>PptxGenJS</dc:creator>
  <cp:lastModifiedBy>PptxGenJS</cp:lastModifiedBy>
  <cp:revision>1</cp:revision>
  <dcterms:created xsi:type="dcterms:W3CDTF">2026-03-26T11:43:38Z</dcterms:created>
  <dcterms:modified xsi:type="dcterms:W3CDTF">2026-03-26T11:43:38Z</dcterms:modified>
</cp:coreProperties>
</file>