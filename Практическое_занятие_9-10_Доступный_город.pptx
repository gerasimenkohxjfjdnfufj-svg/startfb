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занятие №9–10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Принятие решений, управление рисками,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 с командой и клиентами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Проект: «Доступный город»  |  Команда 3  | 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Дисциплина: Стартап в информационных технологиях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 работы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920240" y="15087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Принятие решений и анализ рисков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SWOT-анализ, альтернативы, матрица рисков, выбор решения (Кейс: высокая конкуренция)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3063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 и командная работа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срочных изменений, распределение ролей, план действий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2024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 с клиентом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5120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диалога с возражениями, работа с возражениями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№1. Кейс: Высокая конкуренция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рынок выходит крупный конкурент (Яндекс / 2ГИС) с аналогичным продуктом и большими ресурсами на маркетинг. Риск потери рыночной доли и снижения ценности уникального предложения «Доступного города».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игрок копирует функционал доступности или запускает агрессивную кампанию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2004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пользователей, снижение мотивации волонтёров, сложность привлечения B2G-контрактов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проекта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2004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Наше преимущество — живые данные волонтёров и профили доступности. Нужно защитить и усилить его.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SWOT-анализ ситуации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37160" cy="2468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Сильные стороны (S)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Рабочий PWA-продукт с 4 профилями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Краудсорсинг + модерация отметок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Уже есть backend-тесты и данные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Социальная миссия и B2G-потенциал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188720"/>
            <a:ext cx="137160" cy="2468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Слабые стороны (W)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Маленькая команда и ограниченные ресурсы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Зависимость от OSM и публичных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Низкая узнаваемость бренда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Волонтёрская сеть ещё не масштабирована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840480"/>
            <a:ext cx="137160" cy="2468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 (O)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Пилот с муниципалитетом (один округ)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Партнёрства с НКО и активистами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Гранты и соцпрограммы «Доступная среда»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Дифференциация через качество данных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840480"/>
            <a:ext cx="137160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Угрозы (T)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3796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Крупные игроки добавляют доступность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Изменение политики OSM/Overpass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Негатив при ошибках маршрутов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Замедление привлечения волонтёров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Альтернативные решения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Ускорить развитие волонтёрской сети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программу мотивации волонтёров, партнёрства с НКО, быстрый рост покрытия данных в пилотном округе.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606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Сфокусироваться на B2G и аналитике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Ускорить разработку дашборда для муниципалитетов, предложить пилот как инструмент приоритизации «Доступной среды».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233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Дифференциация продукта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297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Углубить профили доступности, добавить офлайн-режим, голосовые подсказки, интеграцию с существующими сервисами.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3035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949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166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/ интеграция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577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Предложить крупным игрокам white-label слой данных или API, вместо прямой конкуренции.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рисков и оценка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ключевых рисков для выбранных альтернатив (вероятность × влияние)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1371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1371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554480"/>
            <a:ext cx="1645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55448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4114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конкурент копирует функционал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057400"/>
            <a:ext cx="1371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057400"/>
            <a:ext cx="1371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2057400"/>
            <a:ext cx="164592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2057400"/>
            <a:ext cx="27432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Дифференциация + скорость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Нехватка волонтёров / данных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1371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017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1371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3017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2834640"/>
            <a:ext cx="16459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2834640"/>
            <a:ext cx="27432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мотивации + НКО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4114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муниципалитета от пилота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3611880"/>
            <a:ext cx="1371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3794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0" y="3611880"/>
            <a:ext cx="1371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3794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0" y="3611880"/>
            <a:ext cx="164592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61120" y="3611880"/>
            <a:ext cx="27432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905256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кейса + демо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38912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маршрутов → негатив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0" y="4389120"/>
            <a:ext cx="1371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0" y="4389120"/>
            <a:ext cx="1371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03504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0" y="4389120"/>
            <a:ext cx="16459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40664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961120" y="4389120"/>
            <a:ext cx="27432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905256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+ feedback loop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5166360"/>
            <a:ext cx="4114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5349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условий OSM API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0" y="5166360"/>
            <a:ext cx="1371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8" name="Text 56"/>
          <p:cNvSpPr/>
          <p:nvPr/>
        </p:nvSpPr>
        <p:spPr>
          <a:xfrm>
            <a:off x="4663440" y="5349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943600" y="5166360"/>
            <a:ext cx="1371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6035040" y="5349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15200" y="5166360"/>
            <a:ext cx="164592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7406640" y="5349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961120" y="5166360"/>
            <a:ext cx="27432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9052560" y="5349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 + резервные источники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Оптимальное решение и обоснование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Выбранное решение: Комбинация A + 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Ускорить развитие волонтёрской сети + сфокусироваться на B2G-аналитике и пилоте с одним округом Москвы.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преимущества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Живые данные волонтёров — то, что сложно быстро скопировать крупным игрокам.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Доходная модель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3291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B2G-контракт финансирует бесплатный сервис для жителей и даёт устойчивость.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Реалистичность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9-месячный пилот с одним округом соответствует запросу 3,5 млн ₽ и текущей готовности продукта.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рисков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4846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зависимость от массового пользовательского роста на старте; фокус на качестве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№2. Сценарий: Срочное обновление продукта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(пользователи и волонтёры) сообщили о критическом баге: после обновления маршруты для профиля «колясочник» иногда предлагают пути со ступенями. Требуется исправление и выпуск обновления в течение суток.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ролей в команде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Техлид /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Локализация бага в алгоритме фильтрации барьеров, фикс, тесты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92608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474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отображения предупреждений, мобильный сценарий, регресс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QA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Воспроизведение, чек-лист, приёмка, коммуникация с пользователями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429768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846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в каналы, статус-апдейты, пост-мортем после релиза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действий (24 часа)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логов, воспроизведение, определение root-cause. Временный статус «известная проблема» в приложении.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2–8 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2860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 алгоритма фильтрации барьеров, unit- и integration-тесты, проверка на тестовых маршрутах.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8–14 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2918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Код-ревью, сборка, деплой на staging, ручная проверка ключевых сценариев (коляска, пожилой).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14–20 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42976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в production, мониторинг ошибок, уведомление пользователей об исправлении.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 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53035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Пост-мортем: что пошло не так, как предотвратить, обновление чек-листа релиза.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№3. Диалог с клиентом (возражения)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Сценарий: Представитель муниципалитета рассматривает пилот, но имеет возражения.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(муниципалитет)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«У нас уже есть данные от других подрядчиков. Зачем ещё одна карта?»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«Как гарантировать актуальность отметок волонтёров?»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«Бюджет ограничен. Что будет, если пилот не даст результата?»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«Сложно интегрировать с нашими внутренними системами.»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Представитель стартапа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Мы даём не просто карту, а подтверждённые данные + тепловую аналитику для приоритизации бюджета.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Модерация, фото, голосование за достоверность + полевой аудит в пилоте.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Пилот ограничен одним округом. Результат — отчёт с подтверждёнными маршрутами и барьерами.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5120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API и экспорт отчётов. Мы готовы адаптировать формат под ваши процессы.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выводы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Принятие решений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+ матрица рисков + несколько альтернатив позволяют выбрать сбалансированное решение даже в условиях неопределённости.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рисками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риски (конкуренция, данные) требуют проактивных стратегий: дифференциация и B2G-фокус.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коммуникация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06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Чёткое распределение ролей и пошаговый план на 24 часа позволяют быстро реагировать на критические баги.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166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303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клиентом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Возражения снимаются конкретикой: ценность данных, модерация, ограниченный пилот, готовность к интеграции.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занятие №9–10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«Доступный город» · Команда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ответить на вопросы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№9-10 — Доступный город</dc:title>
  <dc:subject>Принятие решений, управление рисками, коммуникация</dc:subject>
  <dc:creator>Команда 3</dc:creator>
  <cp:lastModifiedBy>Команда 3</cp:lastModifiedBy>
  <cp:revision>1</cp:revision>
  <dcterms:created xsi:type="dcterms:W3CDTF">2026-10-10T10:27:16Z</dcterms:created>
  <dcterms:modified xsi:type="dcterms:W3CDTF">2026-10-10T10:27:16Z</dcterms:modified>
</cp:coreProperties>
</file>