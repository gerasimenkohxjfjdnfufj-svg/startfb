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CC62"/>
    <a:srgbClr val="A7CE65"/>
    <a:srgbClr val="9FC9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FB1E8-B702-4228-BFF2-68AA410F4FBF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42C62-CCE0-4775-8208-D533BC2A2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43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42C62-CCE0-4775-8208-D533BC2A279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489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42C62-CCE0-4775-8208-D533BC2A279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918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82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10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521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41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04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456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068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95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834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820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8442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463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1564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412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265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38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D7845-CBEE-469E-9239-C86778BFA5C4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20ED40B-C316-426D-B846-33E73B38C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83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CB835-1525-4855-812D-9FED4FA9E9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 двойник доступного города</a:t>
            </a:r>
            <a:b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2EE9430D-AAEF-47E9-8A7E-82A452D01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604" y="3502386"/>
            <a:ext cx="7766936" cy="1096899"/>
          </a:xfrm>
        </p:spPr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Навигатор для маломобильных групп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0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4EEA5-7DBD-40B6-8C91-46E3D6F1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FC9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Границы сегмента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B1189B-8CA4-4935-A800-0BD5E9927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Кто наш основной пользователь?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Родители с детскими колясками в крупных городах России (25–40 лет)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мы нацелились именно на них: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Самый массовый сегмент среди маломобильных групп</a:t>
            </a:r>
          </a:p>
          <a:p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 пользуются смартфонами и навигаторами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Высокая мотивация участвовать в краудсорсинге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Общаются в тематических чатах и готовы делиться информацией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Кто НЕ входит в сегмент (на этом этапе):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Люди с инвалидностью — сложнее набрать массу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Муниципалитеты — это клиенты на аналитику, а не пользователи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Пожилые люди — меньше пользуются смартфонами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052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DC270-2D46-4616-B53C-57B67D5E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A7CE6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 сегмента</a:t>
            </a:r>
            <a:br>
              <a:rPr lang="ru-RU" b="1" dirty="0">
                <a:solidFill>
                  <a:srgbClr val="A7CE6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rgbClr val="A7CE6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56DD6044-1D53-4B52-ABD7-B992CAFDC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122300"/>
              </p:ext>
            </p:extLst>
          </p:nvPr>
        </p:nvGraphicFramePr>
        <p:xfrm>
          <a:off x="437232" y="1595121"/>
          <a:ext cx="8596312" cy="504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58252651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794966464"/>
                    </a:ext>
                  </a:extLst>
                </a:gridCol>
              </a:tblGrid>
              <a:tr h="285533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90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Кто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Мамы в декрете, папы в отпуске по уходу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17056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Контекст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Ежедневные прогулки, поездки в поликлинику, ТЦ, парки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28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Цель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Безопасно добраться до места без препятствий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34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Триггер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Нужно проложить маршрут в незнакомый район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752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Текущая замена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2ГИС, Яндекс Карты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999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Потери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Время, стресс, испорченные прогулки, страх новых мест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62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Критерии выбора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Точность, актуальность, простота, бесплатность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194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Каналы доступа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Telegram-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чаты мам,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VK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18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79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40A88-8D96-47FF-ACF7-9B8284E56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6274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solidFill>
                  <a:srgbClr val="A4CC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</a:t>
            </a:r>
            <a:br>
              <a:rPr lang="ru-RU" b="1" dirty="0">
                <a:solidFill>
                  <a:srgbClr val="A4CC62"/>
                </a:solidFill>
                <a:effectLst/>
                <a:latin typeface="quote-cjk-patch"/>
              </a:rPr>
            </a:br>
            <a:endParaRPr lang="ru-RU" dirty="0">
              <a:solidFill>
                <a:srgbClr val="A4CC6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2515B5-D83A-430E-BA13-A8D806B669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862" y="1229918"/>
            <a:ext cx="8161337" cy="49141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Екатерина, 32 года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район Митино, дочь 1,5 года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декрете, бывший маркетолог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Состоит в 5 районных чатах для мам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Ежедневно гуляет с коляской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Текущий процесс: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Смотрит адрес в навигаторе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Пишет в чат: "Как там с коляской?"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Ждёт ответов (до часа)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Иногда звонит в заведение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потом едет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выбора: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Должно работать сразу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Должно быть точным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Актуальные данные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Не хочу платить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83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D25A2-5B7A-496D-8BAC-09E23CCB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4CC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Jobs To Be Done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083D1C-041F-4593-9B58-5CBA8B778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JTBD №1: </a:t>
            </a: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 маршрута</a:t>
            </a:r>
          </a:p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JTBD №2: Проверка перед выходом</a:t>
            </a:r>
          </a:p>
          <a:p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JTBD №3: </a:t>
            </a: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Помощь другим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994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A30C3A-7A3B-4542-95D0-C4A8D3FCA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A4CC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Инсайты и гипотезы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E9AE46-2711-410B-917C-105AC8D1E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Что мы поняли о сегменте (инсайты):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Мамы активно обмениваются инфо о доступности в чатах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Главный страх — недоверие к данным ("а вдруг устарело")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Не готовы платить деньгами, но готовы "платить" временем</a:t>
            </a:r>
          </a:p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ТОП-3 гипотезы для проверки:</a:t>
            </a:r>
          </a:p>
          <a:p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B115869-FF92-4113-89AC-094C4B4BF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618438"/>
              </p:ext>
            </p:extLst>
          </p:nvPr>
        </p:nvGraphicFramePr>
        <p:xfrm>
          <a:off x="677334" y="4100975"/>
          <a:ext cx="8127999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792">
                  <a:extLst>
                    <a:ext uri="{9D8B030D-6E8A-4147-A177-3AD203B41FA5}">
                      <a16:colId xmlns:a16="http://schemas.microsoft.com/office/drawing/2014/main" val="1684562756"/>
                    </a:ext>
                  </a:extLst>
                </a:gridCol>
                <a:gridCol w="4523874">
                  <a:extLst>
                    <a:ext uri="{9D8B030D-6E8A-4147-A177-3AD203B41FA5}">
                      <a16:colId xmlns:a16="http://schemas.microsoft.com/office/drawing/2014/main" val="18654585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57875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Гипотеза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Как проверяем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041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Мамы готовы отмечать точки, если это занимает 10–15 секунд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Прототип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18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Доверие растёт, если видна дата проверки объекта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A/Б тест двух вариантов маршрута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36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Основной канал привлечения — районные чаты мам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замер переходов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24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0214D-099A-4F52-BA16-05E606AE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A4CC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План проверки ТОП-3 гипотез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161C05-E382-4322-955F-8AB1365AA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3368"/>
            <a:ext cx="8596668" cy="475799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ru-RU" sz="49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H1: Готовность к краудсорсингу</a:t>
            </a:r>
            <a:endParaRPr lang="ru-RU" sz="49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прототип кнопки "Отметить препятствие"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Показать 10 мамам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Критерий: 8 из 10 готовы нажимать, если быстро</a:t>
            </a:r>
          </a:p>
          <a:p>
            <a:pPr algn="l"/>
            <a:r>
              <a:rPr lang="ru-RU" sz="49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H3: Доверие к данным</a:t>
            </a:r>
            <a:endParaRPr lang="ru-RU" sz="49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Создать 2 варианта экрана маршрута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Вариант А: просто маршрут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Вариант Б: с датами проверки объектов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Критерий: 9 из 10 выбирают вариант Б</a:t>
            </a:r>
          </a:p>
          <a:p>
            <a:pPr algn="l"/>
            <a:r>
              <a:rPr lang="ru-RU" sz="49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H4: Каналы привлечения</a:t>
            </a:r>
            <a:endParaRPr lang="ru-RU" sz="49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Подготовить пост для чатов мам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Опубликовать в 5 районных чатах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Поставить ссылку на </a:t>
            </a:r>
            <a:r>
              <a:rPr lang="ru-RU" sz="49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лендинг</a:t>
            </a: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сбора </a:t>
            </a:r>
            <a:r>
              <a:rPr lang="ru-RU" sz="49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endParaRPr lang="ru-RU" sz="49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9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Критерий: 50+ подписок за неделю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232557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473</Words>
  <Application>Microsoft Office PowerPoint</Application>
  <PresentationFormat>Широкоэкранный</PresentationFormat>
  <Paragraphs>85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quote-cjk-patch</vt:lpstr>
      <vt:lpstr>Times New Roman</vt:lpstr>
      <vt:lpstr>Trebuchet MS</vt:lpstr>
      <vt:lpstr>Wingdings 3</vt:lpstr>
      <vt:lpstr>Аспект</vt:lpstr>
      <vt:lpstr>Цифровой двойник доступного города </vt:lpstr>
      <vt:lpstr>Границы сегмента </vt:lpstr>
      <vt:lpstr>Паспорт сегмента </vt:lpstr>
      <vt:lpstr> Персона </vt:lpstr>
      <vt:lpstr>Jobs To Be Done </vt:lpstr>
      <vt:lpstr>Инсайты и гипотезы </vt:lpstr>
      <vt:lpstr>План проверки ТОП-3 гипотез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Цифровой двойник доступного города </dc:title>
  <dc:creator>user</dc:creator>
  <cp:lastModifiedBy>user</cp:lastModifiedBy>
  <cp:revision>6</cp:revision>
  <dcterms:created xsi:type="dcterms:W3CDTF">2026-03-05T10:47:12Z</dcterms:created>
  <dcterms:modified xsi:type="dcterms:W3CDTF">2026-03-05T11:57:56Z</dcterms:modified>
</cp:coreProperties>
</file>