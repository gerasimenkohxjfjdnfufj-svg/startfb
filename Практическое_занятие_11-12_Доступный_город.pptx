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Практическое занятие №11–12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стратегий управления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кризисными ситуациями и адаптация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изменениям на рынке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Проект: «Доступный город»  |  Команда 3  | 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Дисциплина: Стартап в информационных технологиях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Содержание работы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920240" y="15087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кризисной ситуации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20240" y="20116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Кейс: Угроза от крупного конкурента + технический сбой. Причины, последствия, меры стабилизации.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546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20240" y="30632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антикризисной стратегии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20240" y="35661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действий, распределение ролей, коммуникационная стратегия.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7091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920240" y="46177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Адаптация к изменениям рынка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20240" y="51206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появления конкурента с аналогичным продуктом. Конкретные шаги изменения стратегии.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 №1. Анализ кризисной ситуации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(комбинированный): На рынок выходит крупная IT-компания с аналогичным продуктом доступной навигации. Одновременно после обновления часть пользователей сталкивается с техническим сбоем маршрутов.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Причины кризиса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Агрессивный выход крупного игрока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Ограниченные ресурсы на маркетинг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Технический долг / недостаточное тестирование обновления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Зависимость от публичных API и OSM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210312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286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последствий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29260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Отток пользователей и волонтёров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36576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Снижение доверия к данным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43891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Сложность привлечения B2G-пилота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5120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Рост внутреннего напряжения в команде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0" y="210312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2286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Меры стабилизации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29260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Немедленный фикс технического сбоя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0" y="36576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Усиление коммуникации ценности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43891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Ускорение пилота с муниципалитетом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5120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Активация партнёрств с НКО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 №2. Антикризисная стратегия — план действий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374904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0–48 часов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Стабилизация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Исправить технический сбой и выпустить патч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3832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Опубликовать статус и извинения пользователям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4480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Внутренний статус-митинг команды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18872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1188720"/>
            <a:ext cx="374904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3–14 дней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позиций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2860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Усилить коммуникацию уникальности (живые данные)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26280" y="33832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Активировать волонтёрскую сеть в пилотном округе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4480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Подготовить демо и отчёт для муниципалитета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0" y="118872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1188720"/>
            <a:ext cx="374904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2–8 недель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6676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Перехват инициативы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58200" y="22860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Запустить пилот с одним округом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58200" y="33832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Опубликовать первые подтверждённые данные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58200" y="4480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Предложить API / white-label партнёрства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 ролей и коммуникационная стратегия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проекта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23360" y="128016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Принятие решений, связь с муниципалитетом и инвесторами, общая координация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31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Техлид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23360" y="23317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 сбоя, стабильность продукта, технический пост-мортем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832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Community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33832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Коммуникация с пользователями и волонтёрами, сбор обратной связи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434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B2G / Партнёрства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23360" y="443484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Ускорение пилота, переговоры с НКО и округом, подготовка материалов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Коммуникационная стратегия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 и волонтёры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137160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Прозрачность: что случилось, что исправлено, как помочь. Благодарность за отметки.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97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Муниципалитет / B2G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260604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на ценности данных для «Доступной среды», готовность к пилоту, конкретные результаты.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31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38404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Ежедневные короткие синки, ясный статус задач, поддержка и снижение стресса.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89204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166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Внешние (СМИ / соцсети)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50749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тон: социальная миссия + технологическая надёжность. Избегать оборонительной позиции.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 №3. Адаптация к изменениям рынка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Сценарий: Крупный конкурент запустил похожий функционал доступности. Нужно скорректировать стратегию стартапа.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03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Углубить дифференциацию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Сделать упор на качество и свежесть волонтёрских данных, фото-подтверждения, модерацию. Добавить офлайн-режим и голосовые подсказки.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46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9718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Ускорить B2G-пилот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383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Предложить муниципалитету пилот «под ключ» с отчётом по барьерам. Это создаёт барьер входа для конкурента в сегменте госзаказа.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2519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389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1148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Партнёрства вместо конкуренции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4526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Рассмотреть API-слой или white-label для крупных карт. Превратить угрозу в канал дистрибуции данных.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3949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532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52578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Усилить сообщество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5669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Программы для волонтёров, совместные аудиты с НКО, публичные дашборды прогресса доступности по районам.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Конкретные изменения в стратегии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5669280" cy="5029200"/>
          </a:xfrm>
          <a:prstGeom prst="roundRect">
            <a:avLst>
              <a:gd name="adj" fmla="val 1818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 и данные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Приоритет: качество данных &gt; скорость фич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Еженедельный полевой аудит в пилотном округе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Метрика: % подтверждённых отметок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Добавить «уровень доверия» к каждому барьеру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9377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Ускорить модерацию (SLA 24 ч)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5577840" cy="5029200"/>
          </a:xfrm>
          <a:prstGeom prst="roundRect">
            <a:avLst>
              <a:gd name="adj" fmla="val 1818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3716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 и рынок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0116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Сдвиг фокуса: B2G раньше массового роста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7432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Пилот = основной KPI на ближайшие 6–9 мес.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4747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Подготовка грантовых и соцзаявок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42062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Поиск партнёров среди НКО и активистов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49377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Коммуникация: «данные для решений города»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Contingency plans (готовые сценарии)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Если: Конкурент копирует UI/UX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Тогда: Ускорить уникальные функции (офлайн, голос, доверие к данным) и публично показать разницу в качестве.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Если: Отказ муниципалитета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Тогда: Переключиться на другой округ / город, усилить грантовую траекторию, предложить НКО-пилот.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86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Если: Массовый отток волонтёров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Тогда: Запустить мотивационную программу, упростить добавление отметок, привлечь студентов и активистов.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50292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166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Если: Серьёзный технический инцидент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Тогда: Инцидент-менеджмент: статус-страница, быстрый патч, пост-мортем, обновление процессов релиза.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и сформированные навыки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80160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Выявление и анализ кризисов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Умение быстро диагностировать причины, прогнозировать последствия и предлагать меры стабилизации.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5544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Антикризисные стратегии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Построение поэтапного плана (стабилизация → защита → перехват), распределение ролей и коммуникаций.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840480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1148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Адаптация к рынку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8463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Гибкость стратегии: дифференциация, ускорение B2G, партнёрства, усиление сообщества.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41148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Готовность к форс-мажорам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48463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Наличие contingency plans снижает время реакции и стресс команды в реальных кризисах.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Практическое занятие №11–12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«Доступный город» · Команда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 к обсуждению и обратной связи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Практическое занятие №11-12 — Доступный город</dc:title>
  <dc:subject>Управление кризисными ситуациями, адаптация к рынку</dc:subject>
  <dc:creator>Команда 3</dc:creator>
  <cp:lastModifiedBy>Команда 3</cp:lastModifiedBy>
  <cp:revision>1</cp:revision>
  <dcterms:created xsi:type="dcterms:W3CDTF">2026-10-10T10:28:21Z</dcterms:created>
  <dcterms:modified xsi:type="dcterms:W3CDTF">2026-10-10T10:28:21Z</dcterms:modified>
</cp:coreProperties>
</file>